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Deep Residual Learning for Image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ED8FF"/>
                </a:solidFill>
              </a:rPr>
              <a:t>ResNet: 残差学習による超深層ニューラルネットワーク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D8FF"/>
                </a:solidFill>
              </a:rPr>
              <a:t>Kaiming He, Xiangyu Zhang, Shaoqing Ren, Jian Sun  （Microsoft Research）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AFD4"/>
                </a:solidFill>
              </a:rPr>
              <a:t>CVPR 2016  |  引用数 200,000+（最多被引用論文の一つ）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目次 /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研究背景と動機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問題提起：深いネットワークの劣化問題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提案手法：Residual Learning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ネットワークアーキテクチャ（ResNet）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実験結果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ImageNet LSVRC 2015 — 1位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CIFAR-10 / COCO Object Detection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まとめと影響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深層学習の急速な発展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VGGNet（2014）: 19 層で高精度を達成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GoogLeNet（2014）: 22 層のインセプション構造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「層を深くすれば精度が上がる」という直感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表現力の増加 → 複雑な特徴の抽出が可能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非線形変換の積み重ね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しかし、単純に深くするだけでは問題が生じる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勾配消失 / 勾配爆発（Gradient Vanishing / Exploding）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Batch Normalization 等で一定程度は対処可能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問題提起：劣化問題（Degradation Problem）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実験的に確認された意外な現象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56層ネットワーク が 20層ネットワーク より誤差が大きい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訓練誤差・テスト誤差ともに悪化 → 過学習ではない！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恒等写像（Identity Mapping）すら学習できない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深いネットワークが浅いネットワークと同等以上を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保証できない最適化の難しさ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従来手法の限界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単純なスキップ接続なし → 勾配の流れが断絶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初期化・正規化だけでは解決不十分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提案手法：Residual Learning（残差学習）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核心アイデア：ショートカット接続（Skip Connection）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入力 x をそのまま出力に足し算する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F(x) + x  を学習  （F(x) = 残差 = 求めたい差分）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なぜ有効か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恒等写像の学習が容易に（F(x)→0 にするだけ）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勾配がショートカット経路を通り直接伝播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極めてシンプルな変更 — 追加パラメータなし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数式表現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y = F(x, {Wi}) + x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F = 2〜3 層の重み付き変換（Conv-BN-ReLU）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ネットワークアーキテクチャ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51560"/>
            <a:ext cx="36576" cy="53949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5FAD"/>
                </a:solidFill>
              </a:rPr>
              <a:t>Residual Block の構造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 b="1">
                <a:solidFill>
                  <a:srgbClr val="1A3A6C"/>
                </a:solidFill>
              </a:rPr>
              <a:t>• Plain Block（浅い層向け）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3×3 Conv → BN → ReLU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3×3 Conv → BN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+ Shortcut → ReLU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A3A6C"/>
                </a:solidFill>
              </a:rPr>
              <a:t>• Bottleneck Block（深い層向け）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1×1 Conv（次元削減）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3×3 Conv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1×1 Conv（次元復元）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+ Shortcut → ReLU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5FAD"/>
                </a:solidFill>
              </a:rPr>
              <a:t>ResNet 各バリアント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 b="1">
                <a:solidFill>
                  <a:srgbClr val="1A3A6C"/>
                </a:solidFill>
              </a:rPr>
              <a:t>• ResNet-18  （18 層）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A3A6C"/>
                </a:solidFill>
              </a:rPr>
              <a:t>• ResNet-34  （34 層）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A3A6C"/>
                </a:solidFill>
              </a:rPr>
              <a:t>• ResNet-50  （50 層 / Bottleneck）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A3A6C"/>
                </a:solidFill>
              </a:rPr>
              <a:t>• ResNet-101 （101 層）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A3A6C"/>
                </a:solidFill>
              </a:rPr>
              <a:t>• ResNet-152 （152 層）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当時の最深ネットワーク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VGGNet の8倍の深さ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計算量は VGGNet より少ない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実験結果①：ImageNet LSVRC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Top-5 誤差率の比較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ResNet-152:  3.57%  ← LSVRC 2015 優勝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GoogLeNet (2014):  6.67%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VGGNet-19:  7.32%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人間レベル（5.1%）を初めて超えた！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Ensemble（6モデル）での最終スコア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Classification / Detection / Localization 全タスクで1位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深さの効果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34層 Plain &lt; 34層 ResNet（劣化問題を解消）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152層 ResNet &gt; 34層 ResNet（深さが有効に機能）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実験結果②：CIFAR-10 &amp; COCO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CIFAR-10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ResNet-110:  誤差率 6.43%（当時 state-of-the-art）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1,202層の超深層モデルでも学習可能を実証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ResNet-1202:  誤差率 7.93%（過学習が若干発生）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MS COCO Object Detection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Faster R-CNN + ResNet-101 で大幅な精度向上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COCO Detection Challenge 2015 — 1位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PASCAL VOC 2012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物体検出でも最高精度を達成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特徴抽出バックボーンとして高い汎用性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まとめと影響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論文の貢献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残差学習で 100層以上のネットワークを実用化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ショートカット接続という極めてシンプルなアイデア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最適化の困難を根本から解決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後続研究への影響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ResNeXt, DenseNet, WideResNet, SENet …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BERT / Vision Transformer も残差接続を採用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物体検出・セグメンテーション等のバックボーンとして普及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CVPR 2016 Best Paper Award 受賞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引用数 200,000 超（2024年時点）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深層学習の発展に最も貢献した論文の一つ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劣化問題 は過学習でも勾配消失でもない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最適化自体の困難さに起因する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Shortcut Connection で恒等写像を容易に学習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F(x) + x  ─ シンプルかつ強力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「深さ」が本質的に性能向上に寄与することを実証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実装の容易さ・汎用性の高さ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追加パラメータなし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2D3748"/>
                </a:solidFill>
              </a:rPr>
              <a:t>  – あらゆるアーキテクチャに適用可能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A3A6C"/>
                </a:solidFill>
              </a:rPr>
              <a:t>• 現代深層学習の基礎を形成した金字塔論文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